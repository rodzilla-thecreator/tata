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mis papas. Tono tranquilo y concreto. La idea que se lleven: esto es trabajo real de ingenieria, con una empresa de respaldo.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slide que mas les importa a ellos. Dejar claro: no esta parado por vagancia ni por no saber. Esta esperando una maquina, y ya movio la gestion.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tranquilo. No prometer fechas. El mensaje: trabajo real, respaldado, en progreso.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880360"/>
            <a:ext cx="1463040" cy="45720"/>
          </a:xfrm>
          <a:prstGeom prst="rect">
            <a:avLst/>
          </a:prstGeom>
          <a:solidFill>
            <a:srgbClr val="E0A82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55448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qué estoy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trabajando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154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0A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proyecto de ingeniería dentro de Montasa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que los montacargas de un almacén se manejen solos — sin comprar máquinas nuevas.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es, en una frase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82880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Agarro un montacargas que un almacén ya usa todos los días, y le instalo un kit que lo vuelve capaz de moverse y acomodar la carga solo — por etapas, empezando por lo simple.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931920"/>
            <a:ext cx="5257800" cy="91440"/>
          </a:xfrm>
          <a:prstGeom prst="rect">
            <a:avLst/>
          </a:prstGeom>
          <a:solidFill>
            <a:srgbClr val="2FA866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4206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comprar un robot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adapta la máquina que ya tienen. Es mucho más barato.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393192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3931920"/>
            <a:ext cx="5257800" cy="91440"/>
          </a:xfrm>
          <a:prstGeom prst="rect">
            <a:avLst/>
          </a:prstGeom>
          <a:solidFill>
            <a:srgbClr val="2E6FB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4206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dentro de Montasa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2940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empresa donde trabaja la familia. No es un invento suelto.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 ingeniería de verdad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no algo que se baja de internet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0574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Hay que “hablarle” a la máquina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49631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montacargas tiene una computadora interna cerrada. Tuve que descubrir, midiendo con instrumentos, cómo darle órdenes. Nadie lo había hecho en estos equipos.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4747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cable es un misterio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391363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Averiguar qué hace cada señal eléctrica es el trabajo lento y caro. Una vez resuelto, sirve para todas las máquinas iguales.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8920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seguridad es seria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533095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una máquina de 2 toneladas sola exige hacerlo bien. Trabajo con la máquina frenada, con un botón de paro en la mano, paso por paso.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logré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gastar dinero de la empresa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21408"/>
            <a:ext cx="365760" cy="365760"/>
          </a:xfrm>
          <a:prstGeom prst="ellipse">
            <a:avLst/>
          </a:prstGeom>
          <a:solidFill>
            <a:srgbClr val="2FA86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84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Entendí la computadora del equipo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651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sé leer lo que piensa el montacargas por dentro.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121408"/>
            <a:ext cx="365760" cy="365760"/>
          </a:xfrm>
          <a:prstGeom prst="ellipse">
            <a:avLst/>
          </a:prstGeom>
          <a:solidFill>
            <a:srgbClr val="2FA866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084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hago avanzar con una orden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29400" y="2651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Logré darle la orden de moverse, y la máquina la aceptó. Probado en mi mesa.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950208"/>
            <a:ext cx="365760" cy="365760"/>
          </a:xfrm>
          <a:prstGeom prst="ellipse">
            <a:avLst/>
          </a:prstGeom>
          <a:solidFill>
            <a:srgbClr val="2FA866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950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3913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Reemplacé el volante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4805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Hice un circuito que imita el sensor del volante para manejar la dirección. Funciona.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3950208"/>
            <a:ext cx="365760" cy="365760"/>
          </a:xfrm>
          <a:prstGeom prst="ellipse">
            <a:avLst/>
          </a:prstGeom>
          <a:solidFill>
            <a:srgbClr val="2FA866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950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913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Construí los simuladores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44805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que muestran el almacén y la máquina trabajando, para probar sin riesgo.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ahora estoy esperando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por qué no depende de mí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024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siguiente paso necesito un montacargas que encienda y esté dedicado al proyecto. El que estaba usando le quitaron piezas para reparar otros, y el repuesto que esperaba se lo pusieron a otra máquina.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74904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39776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falta de trabajo.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45262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de ingeniería está hecho. Lo que falta es que la empresa me dé una máquina funcional — y eso ya lo estoy gestionando con el dueño de Montasa.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Hacia dónde va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 el respaldo de la empresa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11680"/>
            <a:ext cx="3474720" cy="109728"/>
          </a:xfrm>
          <a:prstGeom prst="rect">
            <a:avLst/>
          </a:prstGeom>
          <a:solidFill>
            <a:srgbClr val="2E6FB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una máquina para usarla de plataforma y terminar de probar lo que ya construí.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43400" y="2011680"/>
            <a:ext cx="3474720" cy="109728"/>
          </a:xfrm>
          <a:prstGeom prst="rect">
            <a:avLst/>
          </a:prstGeom>
          <a:solidFill>
            <a:srgbClr val="E0A82E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63440" y="301752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montacargas se ubique solo en el pasillo, con cámaras, y mueva la carga sin chofer.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0" y="2011680"/>
            <a:ext cx="3474720" cy="109728"/>
          </a:xfrm>
          <a:prstGeom prst="rect">
            <a:avLst/>
          </a:prstGeom>
          <a:solidFill>
            <a:srgbClr val="2FA866"/>
          </a:solidFill>
          <a:ln/>
        </p:spPr>
      </p:sp>
      <p:sp>
        <p:nvSpPr>
          <p:cNvPr id="14" name="Text 12"/>
          <p:cNvSpPr/>
          <p:nvPr/>
        </p:nvSpPr>
        <p:spPr>
          <a:xfrm>
            <a:off x="83667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meta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66760" y="301752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kit que Montasa pueda vender e instalar en los montacargas de sus clientes.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05840" y="50292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dueño de Montasa ya está al tanto y me dio el visto bueno para seguir.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651760"/>
            <a:ext cx="1463040" cy="45720"/>
          </a:xfrm>
          <a:prstGeom prst="rect">
            <a:avLst/>
          </a:prstGeom>
          <a:solidFill>
            <a:srgbClr val="E0A82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Esto es lo que estoy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construyendo.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566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tiempo porque nadie lo ha hecho antes en estos equipos. Pero ya funciona en mi mesa, y la empresa está detrás.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TaTa · En qué estoy trabajando</dc:title>
  <dc:subject>PptxGenJS Presentation</dc:subject>
  <dc:creator>TaTa</dc:creator>
  <cp:lastModifiedBy>TaTa</cp:lastModifiedBy>
  <cp:revision>1</cp:revision>
  <dcterms:created xsi:type="dcterms:W3CDTF">2026-10-29T19:04:57Z</dcterms:created>
  <dcterms:modified xsi:type="dcterms:W3CDTF">2026-10-29T19:04:57Z</dcterms:modified>
</cp:coreProperties>
</file>