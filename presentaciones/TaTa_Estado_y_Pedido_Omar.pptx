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Seguimiento, no el caso de negocio completo. Tres números arriba: el avance, el presupuesto que baja, y el pedido de un equipo. Abrir diciendo que el software ya está y que lo unico que frena es la maquina.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cajas son la conversacion entera: algo real ya hecho, un freno que no es mio, y dos pedidos concretos.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para un financiero: esto es NRE, ingenieria que se paga una vez para todo el modelo, no por unidad. Y no costo efectivo.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Honestidad: no estoy pidiendo tiempo ni plata para programar mas. Estoy pidiendo la maquina. Es un bloqueo externo, no de ejecucion.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Aca es donde se desafia la mentalidad de "un equipo dañado es repuesto gratis". El argumento es de plata, no de principio: canibalizar sale mas caro y mata un activo que podria rentar.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Clave para Omar: el gasto no se lo cargas al proyecto, se lo cargas a recuperar un activo. El proyecto es el bonus.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historia: no necesitamos el sensor caro para el primer nivel. Odometria + camara alcanzan. El LiDAR es a donde se puede llegar, no por donde se empieza.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ahorro es el titular. Y el matiz honesto: no es que el LiDAR no sirva, es que no hace falta para arrancar. Las cifras son cotizacion mia, hay que confirmarlas.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frase. Ninguno de los tres pedidos es un cheque grande: uno recupera un activo, otro es logistica de taller, el tercero es aprobar MENOS plata que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1371600" cy="4114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50392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Avanzada de Transporte Autónomo · un proyecto de Montasa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estamos, y lo que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necesito para seguir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en banco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de cómputo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6344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$1,400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5528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7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destrabar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equipo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822960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Preparado para Omar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2026 · San Pedro Sula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una página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1338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sólo lees un slide, que sea este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83080"/>
            <a:ext cx="82296" cy="129844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476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logrado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749040" y="1929384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Leí la computadora del montacargas y logré comandar la marcha y la dirección. Probado en mi mesa. Es 2/3 del teleop, sin gastar un dólar.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3264408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264408"/>
            <a:ext cx="82296" cy="1298448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429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freno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49040" y="3410712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parado: no hay un equipo funcional dedicado. Al que probaba le quitaron la llanta de dirección, y el pedal de hombre-muerto que me iban a traer se lo pusieron a otro equipo.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4745736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4745736"/>
            <a:ext cx="82296" cy="129844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9103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pido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49040" y="489204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 (hoy usado como banco de repuestos) para tenerlo en renta y de plataforma; y bajar el presupuesto de cómputo de $1,400 a $500.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ya está hecho, sin gastar un dólar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1338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Ingeniería, no compras: descubrir cómo se le habla a este equipo se paga una sola vez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Leí el cerebro del equipo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786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bus interno del montacargas está mapeado: qué controlador es cada uno y qué dato lleva. Todo en modo lectura, sin tocar nada.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Marcha: comandable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786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Logré darle la orden de avanzar por el mismo bus. El equipo respondió pidiendo el pedal de hombre-muerto — señal de que aceptó la orden como real. Probado en banco.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Dirección: emulador validado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2744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 el circuito que reemplaza al sensor del volante y, en mi mesa, reproduce la señal real con exactitud. Listo para enchufar cuando haya equipo.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Simuladores y planificador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72744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simulación del almacén, el visor de flota y el planificador de giro ya corren. Es lo que convierte esto de una idea a algo que existe.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estoy parado — y no es el software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1338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está. Lo que falta es una máquina que encienda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920240"/>
            <a:ext cx="82296" cy="105156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8483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equipo de prueba le quitaron la llanta de dirección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14400" y="25420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ella no hay cómo ver el timón girar, que es la prueba que vine a hacer.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31546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154680"/>
            <a:ext cx="82296" cy="105156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31927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pedal de hombre-muerto se lo pusieron a otro equipo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14400" y="37764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la pieza que faltaba para cerrar el teleop. Me lo iban a traer y se reasignó.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4709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012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avance ya no depende de más tiempo en la computadora. Depende de un montacargas funcional dedicado al proyecto.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Pedido 1 · Reparar el MT 122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1338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está detenido y se usa como banco de repuestos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“Ya agarramos ese equipo como banco de repuestos.”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48716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Miguel.  Un equipo dañado no es un cajón de piezas: es un activo detenido. Cada pieza que se le saca lo aleja de volver a generar renta, y encarece repararlo después.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costo real de canibalizar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2702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repuesto que sale del MT 122 es una pieza que luego hay que comprar dos veces: para el equipo que la recibe hoy, y para el MT 122 cuando se quiera revivir.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35204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ya debería existir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42702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dice que vos ya deberías tener la lista de lo necesario para repararlo. Se actualiza, se cotiza y se pide.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pedido: aprobar la reparación del MT 122 y dejar que Miguel actualice la lista para ordenarla.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MT 122 reparado paga dos veces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1338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gasto de reparación, dos retornos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920240"/>
            <a:ext cx="5349240" cy="10972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Vuelve a renta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Reparado, regresa a la flota y genera ingreso de renta — en vez de $0 detenido ocupando espacio.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920240"/>
            <a:ext cx="534924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de TaTa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83680" y="29260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equipo dedicado donde el proyecto avanza, sin tener que sacar de rotación un montacargas que sí está rentando.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4709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012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reparación sirve a la flota y al proyecto. No es un gasto del proyecto: es un activo de Montasa que vuelve a producir.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camino que sigue, por etapas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1338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Empezamos con lo que el equipo ya trae. El sensor caro se suma sólo si hace falta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31136"/>
            <a:ext cx="384048" cy="384048"/>
          </a:xfrm>
          <a:prstGeom prst="ellipse">
            <a:avLst/>
          </a:prstGeom>
          <a:solidFill>
            <a:srgbClr val="37C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848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Odometría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0" y="20116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velocidad y ángulo del propio bus del equipo — los sensores ya están adentro. Da una posición estimada por “cuánto me moví”.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94360" y="32004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602736"/>
            <a:ext cx="384048" cy="38404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08760" y="3456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Cámara + ArUco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0" y="33832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Cámaras que leen marcas en los racks y corrigen la deriva de la odometría. Es el posicionamiento principal.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45720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974336"/>
            <a:ext cx="384048" cy="384048"/>
          </a:xfrm>
          <a:prstGeom prst="ellipse">
            <a:avLst/>
          </a:prstGeom>
          <a:solidFill>
            <a:srgbClr val="8B949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8280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LiDAR (después)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72000" y="47548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en vivo del pasillo. Es expansión futura, no requisito para arrancar. Se agrega cuando el proyecto lo justifique.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Pedido 2 · Bajar el presupuesto de cómputo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1338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$1,400 a $500 — porque con sólo cámaras no hace falta el equipo grande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10972800" cy="457200"/>
          </a:xfrm>
          <a:prstGeom prst="rect">
            <a:avLst/>
          </a:prstGeom>
          <a:solidFill>
            <a:srgbClr val="E7E9EC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92024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79976" y="192024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37576" y="192024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1097280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37744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79976" y="237744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3D (Unitree L2)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37576" y="237744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cámaras USB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926080"/>
            <a:ext cx="1097280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2608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79976" y="292608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Orin NX · 16 GB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37576" y="292608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· 8 GB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474720"/>
            <a:ext cx="1097280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347472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del paquete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79976" y="347472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37576" y="347472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434340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52628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$900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914400" y="52029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que el plan original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434340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37960" y="452628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− 64%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6537960" y="52029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presupuesto de cómputo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LiDAR no se descarta: pasa a ser expansión opcional. Para el primer nivel, cámaras + Jetson 8 GB alcanzan.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436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de cotización, por confirmar antes de comprometer la compra.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necesito de vos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1338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cosas concretas para destrabar el proyecto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896112"/>
          </a:xfrm>
          <a:prstGeom prst="roundRect">
            <a:avLst>
              <a:gd name="adj" fmla="val 9184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84832"/>
            <a:ext cx="384048" cy="384048"/>
          </a:xfrm>
          <a:prstGeom prst="ellipse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9659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reparar el MT 122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760720" y="1956816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Miguel actualice la lista de repuestos y se ordene. Vuelve a renta y queda de plataforma del proyecto.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880360"/>
            <a:ext cx="10972800" cy="896112"/>
          </a:xfrm>
          <a:prstGeom prst="roundRect">
            <a:avLst>
              <a:gd name="adj" fmla="val 9184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136392"/>
            <a:ext cx="384048" cy="384048"/>
          </a:xfrm>
          <a:prstGeom prst="ellipse">
            <a:avLst/>
          </a:prstGeom>
          <a:solidFill>
            <a:srgbClr val="37C3F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81328" y="3017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MT 118 de Agrolibano pase por acá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60720" y="3008376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venga a mantenimiento: probar multipiloto y timón, y empezar a emular el pedal de hombre-muerto.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931920"/>
            <a:ext cx="10972800" cy="896112"/>
          </a:xfrm>
          <a:prstGeom prst="roundRect">
            <a:avLst>
              <a:gd name="adj" fmla="val 9184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187952"/>
            <a:ext cx="384048" cy="38404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81328" y="40690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Visto bueno al presupuesto de $500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760720" y="4059936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paquete reducido (cámaras + Jetson 8 GB). El LiDAR queda para después.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" y="5257800"/>
            <a:ext cx="10972800" cy="868680"/>
          </a:xfrm>
          <a:prstGeom prst="roundRect">
            <a:avLst>
              <a:gd name="adj" fmla="val 9474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525780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software ya está. Lo único que falta es un equipo que encienda.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TaTa · Tecnología Avanzada de Transporte Autónomo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TaTa · Estado y pedido — octubre 2026</dc:title>
  <dc:subject>PptxGenJS Presentation</dc:subject>
  <dc:creator>TaTa</dc:creator>
  <cp:lastModifiedBy>TaTa</cp:lastModifiedBy>
  <cp:revision>1</cp:revision>
  <dcterms:created xsi:type="dcterms:W3CDTF">2026-10-29T19:03:55Z</dcterms:created>
  <dcterms:modified xsi:type="dcterms:W3CDTF">2026-10-29T19:03:55Z</dcterms:modified>
</cp:coreProperties>
</file>