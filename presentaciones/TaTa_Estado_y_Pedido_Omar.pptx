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Seguimiento, no el caso de negocio completo. El mensaje: el software ya esta, el NRE lo pongo yo, y lo unico que frena es la maquina.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cajas son la conversacion entera: algo real ya hecho, un freno que no es mio, y un solo pedido que ademas recupera un activo suyo.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para un financiero: esto es NRE, ingenieria que se paga una vez para todo el modelo, no por unidad. Y cero costo efectivo para Montasa.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Anticipar "cambiaron de plan, perdieron tiempo". Al reves: el plan mecanico habria seguido fabricando el primer actuador. El EDR ya tiene 2/3 del teleop.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linea de tiempo es la prueba de "on track". Dos de los tres canales de mando probados, el bus entero leido, en tres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Honestidad: no pido tiempo ni plata para programar mas. Pido la maquina. Bloqueo externo, no de ejecucion.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argumento es de plata, no de principio: canibalizar sale mas caro y mata un activo que podria rentar.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gasto no se lo cargas al proyecto, se lo cargas a recuperar un activo. El proyecto es el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slide que desarma el riesgo para Omar: no se le pide comprar hardware. El NRE y el computo los pone maje. Montasa solo recupera un activo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ahorro es el titular, y el remate es que lo pago yo: cero riesgo de hardware para Montasa. El LiDAR no se descarta, es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frase. Los tres pedidos: uno recupera un activo, otro es logistica de taller, el tercero no cuesta nada. Ninguno es comprar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1371600" cy="4114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50392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Avanzada de Transporte Autónomo · un proyecto de Montasa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estamos, y lo que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necesito para seguir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3291840" cy="1325880"/>
          </a:xfrm>
          <a:prstGeom prst="roundRect">
            <a:avLst>
              <a:gd name="adj" fmla="val 6207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46085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2/3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7280" y="5157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en banco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4160520"/>
            <a:ext cx="3291840" cy="1325880"/>
          </a:xfrm>
          <a:prstGeom prst="roundRect">
            <a:avLst>
              <a:gd name="adj" fmla="val 6207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+ NRE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46085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pongo yo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663440" y="5157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bajado a $500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4160520"/>
            <a:ext cx="3291840" cy="1325880"/>
          </a:xfrm>
          <a:prstGeom prst="roundRect">
            <a:avLst>
              <a:gd name="adj" fmla="val 6207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Montasa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46085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reparar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229600" y="5157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MT 122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Omar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2026 · San Pedro Sula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una página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sólo lees un slide, que sea este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82296" cy="1298448"/>
          </a:xfrm>
          <a:prstGeom prst="rect">
            <a:avLst/>
          </a:prstGeom>
          <a:solidFill>
            <a:srgbClr val="39D98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7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logrado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49040" y="1929384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Leí la computadora del montacargas y logré comandar la marcha y la dirección. Probado en banco. Es 2/3 del teleop, y el cambio de plan al EDR nos puso on-track.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264408"/>
            <a:ext cx="10972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3264408"/>
            <a:ext cx="82296" cy="1298448"/>
          </a:xfrm>
          <a:prstGeom prst="rect">
            <a:avLst/>
          </a:prstGeom>
          <a:solidFill>
            <a:srgbClr val="FF5A5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freno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341071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parado: no hay un equipo funcional dedicado. Al que probaba le quitaron la llanta de dirección, y el pedal de hombre-muerto se lo pusieron a otro equipo.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745736"/>
            <a:ext cx="10972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4745736"/>
            <a:ext cx="82296" cy="129844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10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pido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48920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Reparar el MT 122 (hoy banco de repuestos) — un activo de Montasa que vuelve a rentar. El NRE y el cómputo los pongo yo.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está hecho, sin gastar un dólar de Montasa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Ingeniería, no compras: descubrir cómo se le habla a este equipo se paga una sola vez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Leí el cerebro del equipo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786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bus interno del montacargas está mapeado: qué controlador es cada uno y qué dato lleva. Todo en modo lectura, sin tocar nada.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Marcha: comandable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5786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Logré darle la orden de avanzar por el mismo bus. El equipo respondió pidiendo el pedal de hombre-muerto — señal de que aceptó la orden como real. Probado en banco.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977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Dirección: emulador validado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2744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 el circuito que reemplaza al sensor del volante y, en mi mesa, reproduce la señal real con exactitud. Listo para enchufar cuando haya equipo.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Simuladores y planificador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72744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simulación del almacén, el visor de flota y el planificador de giro ya corren. Es lo que convierte esto de una idea a algo que existe.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cambio de plan no fue un retraso — fue lo que nos puso on-track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original: un equipo mecánico.  Plan actual: el EDR, eléctrico y con bus abierto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972800" cy="457200"/>
          </a:xfrm>
          <a:prstGeom prst="rect">
            <a:avLst/>
          </a:prstGeom>
          <a:solidFill>
            <a:srgbClr val="E7E9EC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8288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48456" y="18288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MECÁNICO (Baoli)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71816" y="18288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EDR (el que se tomó)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10972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2860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Pasillo de 3.00 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48456" y="22860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cabe (pedía 3.82 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71816" y="22860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743200"/>
            <a:ext cx="10972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743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48456" y="27432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un servo sobre la columna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71816" y="27432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EPS: se intercepta eléctrico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200400"/>
            <a:ext cx="10972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32004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/ elevación / inclinación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48456" y="32004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Fabricar bloque de válvulas y actuadores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71816" y="32004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 electrohidráulico de fábrica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657600"/>
            <a:ext cx="10972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6576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48456" y="36576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 mecánico propio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71816" y="36576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 solo al soltar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114800"/>
            <a:ext cx="10972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41148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48456" y="41148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desde cero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71816" y="41148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en el bus CAN — se leen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4572000"/>
            <a:ext cx="10972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45720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NRE es…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48456" y="45720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Fabricación mecánica · meses por eje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71816" y="457200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Información: qué señal es cada cable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la arquitectura que convierte meses de fabricación en semanas de ingeniería. Ese fue el acierto que compró el calendario.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hitos que hemos conseguido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meses desde que se eligió el EDR. On time, on track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75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04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 el Baoli y se elige el EDR: cabe en el pasillo y es eléctrico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975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304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de servicio abierto · el equipo es un Jungheinrich (manual completo en mano)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01000" y="182880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975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 Oct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2304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bus interno es CAN — mapeado pin por pin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06324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2095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5387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del bus validada con instrumento propio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306324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2095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Oct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5387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Transmisión al bus validada (20/20)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01000" y="306324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32095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C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Oct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35387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 comandable — probada: el equipo pidió el hombre-muerto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42976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4439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Oct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773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descifrada: sensor del volante, no CAN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42976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0" y="44439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C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Oct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773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Emulador de dirección validado en banco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01000" y="42976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75320" y="44439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75320" y="4773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 del teleop · el freno es de hardware (equipo), no de ingeniería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estoy parado — y no es el software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está. Lo que falta es una máquina que encienda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920240"/>
            <a:ext cx="82296" cy="1051560"/>
          </a:xfrm>
          <a:prstGeom prst="rect">
            <a:avLst/>
          </a:prstGeom>
          <a:solidFill>
            <a:srgbClr val="FF5A5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equipo de prueba le quitaron la llanta de dirección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ella no hay cómo ver el timón girar, que es la prueba que vine a hacer.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1546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3154680"/>
            <a:ext cx="82296" cy="1051560"/>
          </a:xfrm>
          <a:prstGeom prst="rect">
            <a:avLst/>
          </a:prstGeom>
          <a:solidFill>
            <a:srgbClr val="FF5A5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192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pedal de hombre-muerto se lo pusieron a otro equipo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4400" y="37764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la pieza que faltaba para cerrar el teleop. Me lo iban a traer y se reasignó.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70916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709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ya no depende de más tiempo en la computadora. Depende de un montacargas funcional dedicado al proyecto.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Reparar el MT 122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está detenido y se usa como banco de repuestos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“Ya agarramos ese equipo como banco de repuestos.”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Miguel.  Un equipo dañado no es un cajón de piezas: es un activo detenido. Cada pieza que se le saca lo aleja de volver a generar renta, y encarece repararlo después.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5204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C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real de canibalizar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2702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repuesto que sale del MT 122 es una pieza que luego hay que comprar dos veces: para el equipo que la recibe hoy, y para el MT 122 cuando se quiera revivir.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35204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C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lista ya debería existir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42702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dice que vos ya deberías tener la lista de lo necesario para repararlo. Se actualiza, se cotiza y se pide.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pedido: aprobar la reparación del MT 122 y dejar que Miguel actualice la lista para ordenarla.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MT 122 reparado paga dos veces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gasto de reparación, dos retornos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920240"/>
            <a:ext cx="5349240" cy="109728"/>
          </a:xfrm>
          <a:prstGeom prst="rect">
            <a:avLst/>
          </a:prstGeom>
          <a:solidFill>
            <a:srgbClr val="39D98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Vuelve a renta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Reparado, regresa a la flota y genera ingreso de renta — en vez de $0 detenido ocupando espacio.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920240"/>
            <a:ext cx="5349240" cy="109728"/>
          </a:xfrm>
          <a:prstGeom prst="rect">
            <a:avLst/>
          </a:prstGeom>
          <a:solidFill>
            <a:srgbClr val="37C3F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TaTa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9260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equipo dedicado donde el proyecto avanza, sin tener que sacar de rotación un montacargas que sí está rentando.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70916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709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reparación sirve a la flota y al proyecto. No es un gasto del proyecto: es un activo de Montasa que vuelve a producir.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pone qué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Pongo mi plata en lo que es mío. A Montasa le pido recuperar un activo suyo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3383280"/>
          </a:xfrm>
          <a:prstGeom prst="roundRect">
            <a:avLst>
              <a:gd name="adj" fmla="val 2432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28800"/>
            <a:ext cx="5440680" cy="10972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pongo yo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 / ingeniería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9900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comprado en C&amp;D: transceptores, el emulador, el ESP32, componentes.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cómputo (la Jetson)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8130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es parte del NRE. Lo cubro yo.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6360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mi idea, mi proyecto, mi sueño. El riesgo de la apuesta es mío.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303520" cy="3383280"/>
          </a:xfrm>
          <a:prstGeom prst="roundRect">
            <a:avLst>
              <a:gd name="adj" fmla="val 2432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828800"/>
            <a:ext cx="5303520" cy="109728"/>
          </a:xfrm>
          <a:prstGeom prst="rect">
            <a:avLst/>
          </a:prstGeom>
          <a:solidFill>
            <a:srgbClr val="37C3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7C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pone Montasa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Reparar el MT 122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299008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propio activo, que vuelve a rentar. No es gasto del proyecto.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y confianza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83680" y="417880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Montasa ya me ha dado. Lo tomo como su inversión en esto.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54864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5486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 pido a Montasa que financie mi sueño. Le pido que recupere una máquina suya — y yo pongo todo lo demás.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cómputo: lo bajé de $1,400 a $500 — y lo pago yo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sólo cámaras no hace falta el equipo grande ni el LiDAR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0972800" cy="457200"/>
          </a:xfrm>
          <a:prstGeom prst="rect">
            <a:avLst/>
          </a:prstGeom>
          <a:solidFill>
            <a:srgbClr val="E7E9EC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9202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79976" y="19202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37576" y="19202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10972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37744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79976" y="237744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3D (Unitree L2)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37576" y="237744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cámaras USB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10972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92608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9976" y="292608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Orin NX · 16 GB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37576" y="292608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· 8 GB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474720"/>
            <a:ext cx="10972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347472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del paquete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79976" y="347472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37576" y="347472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343400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5262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$900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14400" y="5184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barato que el plan original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343400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37960" y="45262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537960" y="5184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gasta Montasa en cómputo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LiDAR no se descarta: pasa a ser expansión opcional. Para el primer nivel, cámaras + Jetson 8 GB alcanzan — y corren por mi cuenta.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cotización, por confirmar antes de comprar.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C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necesito de vos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es un cheque por hardware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4832"/>
            <a:ext cx="384048" cy="384048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965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reparar el MT 122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52160" y="195681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Miguel actualice la lista de repuestos y se ordene. Vuelve a renta y queda de plataforma del proyecto.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36392"/>
            <a:ext cx="384048" cy="384048"/>
          </a:xfrm>
          <a:prstGeom prst="ellipse">
            <a:avLst/>
          </a:prstGeom>
          <a:solidFill>
            <a:srgbClr val="37C3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3017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MT 118 de Agrolibano pase por acá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0" y="300837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venga a mantenimiento: probar multipiloto y timón, y empezar a emular el pedal de hombre-muerto.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931920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87952"/>
            <a:ext cx="384048" cy="384048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1328" y="4069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 bueno estratégico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52160" y="405993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TaTa siga como línea de Montasa. El NRE y el cómputo los pongo yo.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52578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20242B"/>
          </a:solidFill>
          <a:ln/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52578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ya está, y el NRE lo pongo yo. Lo único que falta es un equipo que encienda.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TaTa · Tecnología Avanzada de Transporte Autónomo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TaTa · Estado y pedido — octubre 2026</dc:title>
  <dc:subject>PptxGenJS Presentation</dc:subject>
  <dc:creator>TaTa</dc:creator>
  <cp:lastModifiedBy>TaTa</cp:lastModifiedBy>
  <cp:revision>1</cp:revision>
  <dcterms:created xsi:type="dcterms:W3CDTF">2026-10-29T19:18:18Z</dcterms:created>
  <dcterms:modified xsi:type="dcterms:W3CDTF">2026-10-29T19:18:18Z</dcterms:modified>
</cp:coreProperties>
</file>