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Seguimiento, no el caso de negocio completo. El mensaje: el software ya esta, el NRE lo pongo yo, y lo unico que frena es la maquina.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tres cajas son la conversacion entera: algo real ya hecho, un freno que no es mio, y un solo pedido que ademas recupera un activo suyo.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para un financiero: esto es NRE, ingenieria que se paga una vez para todo el modelo, no por unidad. Y cero costo efectivo para Montasa.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Anticipar "cambiaron de plan, perdieron tiempo". Al reves: el plan mecanico habria seguido fabricando el primer actuador. El EDR ya tiene 2/3 del teleop.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linea de tiempo es la prueba de "on track". Dos de los tres canales de mando probados, el bus entero leido, en tres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Honestidad: no pido tiempo ni plata para programar mas. Pido la maquina. Bloqueo externo, no de ejecucion.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es de plata, no de principio: canibalizar sale mas caro y mata un activo que podria rentar.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gasto no se lo cargas al proyecto, se lo cargas a recuperar un activo. El proyecto es el bonus.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siguiente paso usa solo camaras + el bus: odometria + EKF/ArUco. El LiDAR/SLAM sigue en el plan, se secuencia despues de formalizar. No se descarta.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slide que desarma el riesgo para Omar: no se le pide comprar hardware. El NRE y el computo los pone maje. Montasa solo recupera un activo propio.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ahorro es el titular, y el remate es que lo pago yo: cero riesgo de hardware para Montasa. El LiDAR no se descarta, es expansion.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Cerrar con la frase. Los tres pedidos: uno recupera un activo, otro es logistica de taller, el tercero no cuesta nada. Ninguno es comprar hardware.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1371600" cy="411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50392" y="1783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Avanzada de Transporte Autónomo · un proyecto de Montasa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8686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estamos, y lo que</a:t>
            </a:r>
            <a:endParaRPr lang="en-US" sz="32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2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necesito para seguir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82296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9728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728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2/3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109728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en banco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6344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+ NRE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6344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66344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 bajado a $500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955280" y="4160520"/>
            <a:ext cx="3291840" cy="1325880"/>
          </a:xfrm>
          <a:prstGeom prst="roundRect">
            <a:avLst>
              <a:gd name="adj" fmla="val 6207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37C3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Montasa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9600" y="460857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reparar</a:t>
            </a:r>
            <a:endParaRPr 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8229600" y="515721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MT 122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Preparado para Omar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2026 · San Pedro Sula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una página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sólo lees un slide, que sea este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83080"/>
            <a:ext cx="82296" cy="129844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logrado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749040" y="1929384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Leí la computadora del montacargas y logré comandar la marcha y la dirección. Probado en banco. Es 2/3 del teleop, y el cambio de plan al EDR nos puso on-track.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3264408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264408"/>
            <a:ext cx="82296" cy="1298448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429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freno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749040" y="3410712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parado: no hay un equipo funcional dedicado. Al que probaba le quitaron la llanta de dirección, y el pedal de hombre-muerto se lo pusieron a otro equipo.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745736"/>
            <a:ext cx="10972800" cy="1298448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4745736"/>
            <a:ext cx="82296" cy="129844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491032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pido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749040" y="489204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 (hoy banco de repuestos) — un activo de Montasa que vuelve a rentar. El NRE y el cómputo los pongo yo.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ya está hecho, sin gastar un dólar de Montasa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Ingeniería, no compras: descubrir cómo se le habla a este equipo se paga una sola vez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Leí el cerebro del equipo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bus interno del montacargas está mapeado: qué controlador es cada uno y qué dato lleva. Todo en modo lectura, sin tocar nada.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82880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Marcha: comandable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7860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Logré darle la orden de avanzar por el mismo bus. El equipo respondió pidiendo el pedal de hombre-muerto — señal de que aceptó la orden como real. Probado en banco.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Dirección: emulador validado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Construí el circuito que reemplaza al sensor del volante y, en mi mesa, reproduce la señal real con exactitud. Listo para enchufar cuando haya equipo.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9776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Simuladores y planificador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37960" y="472744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simulación del almacén, el visor de flota y el planificador de giro ya corren. Es lo que convierte esto de una idea a algo que existe.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cambio de plan no fue un retraso — fue lo que nos puso on-track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original: un equipo mecánico.  Plan actual: el EDR, eléctrico y con bus abierto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457200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828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4845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5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MECÁNICO (Baoli)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71816" y="1828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EDR (el que se tomó)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286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286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Pasillo de 3.00 m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4845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cabe (pedía 3.82 m)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71816" y="2286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7432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7432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845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un servo sobre la columna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671816" y="27432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EPS: se intercepta eléctrico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2004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2004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/ elevación / inclinación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64845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Fabricar bloque de válvulas y actuadores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671816" y="32004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Mando electrohidráulico de fábrica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36576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2376" y="36576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64845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Actuador mecánico propio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671816" y="36576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Frena solo al soltar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41148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" y="41148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64845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desde cero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71816" y="41148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en el bus CAN — se leen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572000"/>
            <a:ext cx="10972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" y="4572000"/>
            <a:ext cx="2670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NRE es…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4845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Fabricación mecánica · meses por eje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71816" y="457200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Información: qué señal es cada cable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4360" y="52120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Elegimos la arquitectura que convierte meses de fabricación en semanas de ingeniería. Ese fue el acierto que compró el calendario.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hitos que hemos conseguido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meses desde que se eligió el EDR. On time, on track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descarta el Baoli y se elige el EDR: cabe en el pasillo y es eléctrico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29768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7200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servicio abierto · el equipo es un Jungheinrich (manual completo en mano)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01000" y="182880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75320" y="197510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Oct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75320" y="2304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bus interno es CAN — mapeado pin por pin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Oct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6868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Escucha del bus validada con instrumento propio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57200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Oct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Transmisión al bus validada (20/20)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01000" y="306324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75320" y="3209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Oct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75320" y="353872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Marcha comandable — probada: el equipo pidió el hombre-muerto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6868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Oct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descifrada: sensor del volante, no CAN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29768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Oct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Emulador de dirección validado en banco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01000" y="4297680"/>
            <a:ext cx="3520440" cy="1097280"/>
          </a:xfrm>
          <a:prstGeom prst="roundRect">
            <a:avLst>
              <a:gd name="adj" fmla="val 75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275320" y="444398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Hoy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275320" y="477316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del teleop · el freno es de hardware (equipo), no de ingeniería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estoy parado — y no es el software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está. Lo que falta es una máquina que encienda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82296" cy="105156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equipo de prueba le quitaron la llanta de dirección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914400" y="25420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ella no hay cómo ver el timón girar, que es la prueba que vine a hacer.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31546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4360" y="3154680"/>
            <a:ext cx="82296" cy="1051560"/>
          </a:xfrm>
          <a:prstGeom prst="rect">
            <a:avLst/>
          </a:prstGeom>
          <a:solidFill>
            <a:srgbClr val="FF5A5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19272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pedal de hombre-muerto se lo pusieron a otro equipo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14400" y="37764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la pieza que faltaba para cerrar el teleop. Me lo iban a traer y se reasignó.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avance ya no depende de más tiempo en la computadora. Depende de un montacargas funcional dedicado al proyecto.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Reparar el MT 122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detenido y se usa como banco de repuestos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“Ya agarramos ese equipo como banco de repuestos.”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60120" y="2487168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Miguel.  Un equipo dañado no es un cajón de piezas: es un activo detenido. Cada pieza que se le saca lo aleja de volver a generar renta, y encarece repararlo después.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costo real de canibalizar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1440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repuesto que sale del MT 122 es una pieza que luego hay que comprar dos veces: para el equipo que la recibe hoy, y para el MT 122 cuando se quiera revivir.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35204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37960" y="3749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ya debería existir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4270248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dice que vos ya deberías tener la lista de lo necesario para repararlo. Se actualiza, se cotiza y se pide.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pedido: aprobar la reparación del MT 122 y dejar que Miguel actualice la lista para ordenarla.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MT 122 reparado paga dos veces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gasto de reparación, dos retornos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920240"/>
            <a:ext cx="5349240" cy="109728"/>
          </a:xfrm>
          <a:prstGeom prst="rect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Vuelve a renta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Reparado, regresa a la flota y genera ingreso de renta — en vez de $0 detenido ocupando espacio.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920240"/>
            <a:ext cx="534924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920240"/>
            <a:ext cx="534924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22860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de TaTa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equipo dedicado donde el proyecto avanza, sin tener que sacar de rotación un montacargas que sí está rentando.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94360" y="4709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60120" y="470916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reparación sirve a la flota y al proyecto. No es un gasto del proyecto: es un activo de Montasa que vuelve a producir.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que sigue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siguiente paso es odometría + Kalman con ArUco. El LiDAR sigue en el plan, después de formalizar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31136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231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08760" y="20848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Odometría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20116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y ángulo del propio bus del equipo — los sensores ya están adentro. Posición por “cuánto me moví”.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32004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602736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02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08760" y="34564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Fusión Kalman + ArUco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33832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filtro combina la odometría con las marcas ArUco de los racks: corrige la deriva y da la posición absoluta. Este es el siguiente paso, con sólo cámaras.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974336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74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08760" y="48280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LiDAR / SLAM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754880" y="475488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Mapeo en vivo y detección de obstáculos. Sigue en el plan — se suma después de formalizar el proyecto. No se descarta.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pone qué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Pongo mi plata en lo que es mío. A Montasa le pido recuperar un activo suyo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544068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828800"/>
            <a:ext cx="5440680" cy="109728"/>
          </a:xfrm>
          <a:prstGeom prst="rect">
            <a:avLst/>
          </a:prstGeom>
          <a:solidFill>
            <a:srgbClr val="F5C518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5C5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pongo yo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NRE / ingeniería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14400" y="299008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comprado en C&amp;D: transceptores, el emulador, el ESP32, componentes.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520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cómputo (la Jetson)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81304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es parte del NRE. Lo cubro yo.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43434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914400" y="463600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mi idea, mi proyecto, mi sueño. El riesgo de la apuesta es mío.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63640" y="1828800"/>
            <a:ext cx="5303520" cy="3383280"/>
          </a:xfrm>
          <a:prstGeom prst="roundRect">
            <a:avLst>
              <a:gd name="adj" fmla="val 2432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828800"/>
            <a:ext cx="5303520" cy="109728"/>
          </a:xfrm>
          <a:prstGeom prst="rect">
            <a:avLst/>
          </a:prstGeom>
          <a:solidFill>
            <a:srgbClr val="37C3FF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210312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7C3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pone Montasa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58368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Reparar el MT 122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299008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propio activo, que vuelve a rentar. No es gasto del proyecto.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583680" y="38862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Salario y confianza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583680" y="417880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Montasa ya me ha dado. Lo tomo como su inversión en esto.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5486400"/>
            <a:ext cx="10972800" cy="777240"/>
          </a:xfrm>
          <a:prstGeom prst="roundRect">
            <a:avLst>
              <a:gd name="adj" fmla="val 10588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5486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 pido a Montasa que financie mi sueño. Le pido que recupere una máquina suya — y yo pongo todo lo demás.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A1D2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cómputo: lo bajé de $1,400 a $500 — y lo pago yo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sólo cámaras no hace falta el equipo grande ni el LiDAR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920240"/>
            <a:ext cx="10972800" cy="457200"/>
          </a:xfrm>
          <a:prstGeom prst="rect">
            <a:avLst/>
          </a:prstGeom>
          <a:solidFill>
            <a:srgbClr val="E7E9EC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22376" y="19202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379976" y="19202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037576" y="1920240"/>
            <a:ext cx="34015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097280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2376" y="237744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79976" y="237744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 3D (Unitree L2)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037576" y="237744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cámaras USB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926080"/>
            <a:ext cx="1097280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292608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Cómputo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379976" y="292608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Orin NX · 16 GB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37576" y="292608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Jetson · 8 GB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474720"/>
            <a:ext cx="10972800" cy="548640"/>
          </a:xfrm>
          <a:prstGeom prst="rect">
            <a:avLst/>
          </a:prstGeom>
          <a:solidFill>
            <a:srgbClr val="FFFFFF"/>
          </a:solidFill>
          <a:ln w="7620">
            <a:solidFill>
              <a:srgbClr val="D8DA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del paquete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7997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$1,400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03757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9D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434340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" y="452628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$900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14400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barato que el plan original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4343400"/>
            <a:ext cx="5349240" cy="1005840"/>
          </a:xfrm>
          <a:prstGeom prst="roundRect">
            <a:avLst>
              <a:gd name="adj" fmla="val 81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37960" y="452628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39D9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537960" y="518464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gasta Montasa en cómputo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9436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LiDAR no se descarta: entra después de formalizar. Para el primer nivel (odometría + Kalman/ArUco), cámaras + Jetson 8 GB alcanzan — y corren por mi cuenta.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9436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Cifras de cotización, por confirmar antes de comprar.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B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necesito de vos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594360" y="1115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esto es un cheque por hardware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84832"/>
            <a:ext cx="384048" cy="384048"/>
          </a:xfrm>
          <a:prstGeom prst="ellipse">
            <a:avLst/>
          </a:prstGeom>
          <a:solidFill>
            <a:srgbClr val="39D98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84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81328" y="196596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Aprobar reparar el MT 122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852160" y="195681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Miguel actualice la lista de repuestos y se ordene. Vuelve a renta y queda de plataforma del proyecto.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88036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136392"/>
            <a:ext cx="384048" cy="384048"/>
          </a:xfrm>
          <a:prstGeom prst="ellipse">
            <a:avLst/>
          </a:prstGeom>
          <a:solidFill>
            <a:srgbClr val="37C3FF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81328" y="301752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MT 118 de Agrolibano pase por acá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852160" y="300837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venga a mantenimiento: probar multipiloto y timón, y empezar a emular el pedal de hombre-muerto.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931920"/>
            <a:ext cx="10972800" cy="896112"/>
          </a:xfrm>
          <a:prstGeom prst="roundRect">
            <a:avLst>
              <a:gd name="adj" fmla="val 918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187952"/>
            <a:ext cx="384048" cy="384048"/>
          </a:xfrm>
          <a:prstGeom prst="ellipse">
            <a:avLst/>
          </a:prstGeom>
          <a:solidFill>
            <a:srgbClr val="F5C518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1879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17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81328" y="406908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E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Visto bueno estratégico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852160" y="405993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TaTa siga como línea de Montasa. El NRE y el cómputo los pongo yo.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" y="5257800"/>
            <a:ext cx="10972800" cy="868680"/>
          </a:xfrm>
          <a:prstGeom prst="roundRect">
            <a:avLst>
              <a:gd name="adj" fmla="val 9474"/>
            </a:avLst>
          </a:prstGeom>
          <a:solidFill>
            <a:srgbClr val="20242B"/>
          </a:solidFill>
          <a:ln/>
          <a:effectLst>
            <a:outerShdw sx="100000" sy="100000" kx="0" ky="0" algn="bl" rotWithShape="0" blurRad="152400" dist="38100" dir="5400000">
              <a:srgbClr val="000000">
                <a:alpha val="2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525780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C5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software ya está, y el NRE lo pongo yo. Lo único que falta es un equipo que encienda.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TaTa · Tecnología Avanzada de Transporte Autónomo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TaTa · Estado y pedido — octubre 2026</dc:title>
  <dc:subject>PptxGenJS Presentation</dc:subject>
  <dc:creator>TaTa</dc:creator>
  <cp:lastModifiedBy>TaTa</cp:lastModifiedBy>
  <cp:revision>1</cp:revision>
  <dcterms:created xsi:type="dcterms:W3CDTF">2026-10-29T19:33:01Z</dcterms:created>
  <dcterms:modified xsi:type="dcterms:W3CDTF">2026-10-29T19:33:01Z</dcterms:modified>
</cp:coreProperties>
</file>